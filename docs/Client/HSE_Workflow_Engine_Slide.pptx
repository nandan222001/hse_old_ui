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52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1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0679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Workflow Engine. Every Safety Event.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2984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to fatality — the same intelligent lifecycle. AI recommends. Humans decide.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961120" y="36576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kern="0" spc="20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INTELLIGENCE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262F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203911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99339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Every Event Type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350008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2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Hazards, near misses, incidents, permits and audits all flow through the same 8 stages.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262F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58368" y="331927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27355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Recommends. Humans Decide.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630168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2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pairs AI triage with a human sign-off — nothing closes on AI alone.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57200" y="443484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262F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8368" y="459943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4553712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Closure Improves the System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910328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2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an event updates risk, training, inspections and the AI model automatically.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457200" y="5760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STAGES  ·  1 ENGINE  ·  UNLIMITED EVENT TYPES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1874520"/>
            <a:ext cx="3749040" cy="3749040"/>
          </a:xfrm>
          <a:prstGeom prst="ellipse">
            <a:avLst/>
          </a:prstGeom>
          <a:ln w="1905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52360" y="2971800"/>
            <a:ext cx="1554480" cy="155448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3A45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52360" y="297180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
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
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3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recommends.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3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 rot="6750000">
            <a:off x="8818932" y="1889193"/>
            <a:ext cx="256032" cy="256032"/>
          </a:xfrm>
          <a:prstGeom prst="triangl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rot="9450000">
            <a:off x="9833415" y="2903676"/>
            <a:ext cx="256032" cy="256032"/>
          </a:xfrm>
          <a:prstGeom prst="triangl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rot="12150000">
            <a:off x="9833415" y="4338372"/>
            <a:ext cx="256032" cy="256032"/>
          </a:xfrm>
          <a:prstGeom prst="triangl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rot="14850000">
            <a:off x="8818932" y="5352855"/>
            <a:ext cx="256032" cy="256032"/>
          </a:xfrm>
          <a:prstGeom prst="triangl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rot="17550000">
            <a:off x="7384236" y="5352855"/>
            <a:ext cx="256032" cy="256032"/>
          </a:xfrm>
          <a:prstGeom prst="triangl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rot="20250000">
            <a:off x="6369753" y="4338372"/>
            <a:ext cx="256032" cy="256032"/>
          </a:xfrm>
          <a:prstGeom prst="triangl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rot="1350000">
            <a:off x="6369753" y="2903676"/>
            <a:ext cx="256032" cy="256032"/>
          </a:xfrm>
          <a:prstGeom prst="triangl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rot="4050000">
            <a:off x="7384236" y="1889193"/>
            <a:ext cx="256032" cy="256032"/>
          </a:xfrm>
          <a:prstGeom prst="triangl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882128" y="1527048"/>
            <a:ext cx="694944" cy="694944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882128" y="15270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43800" y="9692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
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 &lt;60 sec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207614" y="2076082"/>
            <a:ext cx="694944" cy="694944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207614" y="207608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975710" y="217209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
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7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human triage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756648" y="3401568"/>
            <a:ext cx="694944" cy="694944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756648" y="34015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524744" y="34975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
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7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&amp; control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207614" y="4727054"/>
            <a:ext cx="694944" cy="694944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207614" y="472705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975710" y="482306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
</a:t>
            </a:r>
            <a:endParaRPr lang="en-US" sz="11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87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root cause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882128" y="5276088"/>
            <a:ext cx="694944" cy="694944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882128" y="527608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543800" y="60258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
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by hierarchy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556642" y="4727054"/>
            <a:ext cx="694944" cy="694944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556642" y="472705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249050" y="482306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
</a:t>
            </a:r>
            <a:endParaRPr lang="en-US" sz="1150" dirty="0"/>
          </a:p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it worked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007608" y="3401568"/>
            <a:ext cx="694944" cy="694944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007608" y="34015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700016" y="34975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
</a:t>
            </a:r>
            <a:endParaRPr lang="en-US" sz="1150" dirty="0"/>
          </a:p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lesson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556642" y="2076082"/>
            <a:ext cx="694944" cy="694944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556642" y="207608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249050" y="2172094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
</a:t>
            </a:r>
            <a:endParaRPr lang="en-US" sz="1150" dirty="0"/>
          </a:p>
          <a:p>
            <a:pPr marL="0" indent="0" algn="r">
              <a:lnSpc>
                <a:spcPct val="105000"/>
              </a:lnSpc>
              <a:buNone/>
            </a:pPr>
            <a:r>
              <a:rPr lang="en-US" sz="870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everything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166</Words>
  <Application>Microsoft Macintosh PowerPoint</Application>
  <PresentationFormat>Widescreen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Sarim Sheikh</cp:lastModifiedBy>
  <cp:revision>1</cp:revision>
  <dcterms:created xsi:type="dcterms:W3CDTF">2026-08-07T09:53:25Z</dcterms:created>
  <dcterms:modified xsi:type="dcterms:W3CDTF">2026-08-07T14:42:04Z</dcterms:modified>
</cp:coreProperties>
</file>